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67" r:id="rId24"/>
    <p:sldId id="268" r:id="rId25"/>
    <p:sldId id="269" r:id="rId26"/>
    <p:sldId id="273" r:id="rId27"/>
    <p:sldId id="276" r:id="rId28"/>
    <p:sldId id="283" r:id="rId29"/>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270" autoAdjust="0"/>
  </p:normalViewPr>
  <p:slideViewPr>
    <p:cSldViewPr>
      <p:cViewPr varScale="1">
        <p:scale>
          <a:sx n="68" d="100"/>
          <a:sy n="68" d="100"/>
        </p:scale>
        <p:origin x="1446" y="6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2018/6/2</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2018/6/2</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fontScale="92500" lnSpcReduction="10000"/>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dirty="0" err="1"/>
              <a:t>total.FreqStratifiedBBAA</a:t>
            </a:r>
            <a:endParaRPr lang="en-US" altLang="zh-CN" sz="2400" dirty="0"/>
          </a:p>
          <a:p>
            <a:r>
              <a:rPr lang="en-US" altLang="zh-CN" sz="2600" dirty="0" err="1"/>
              <a:t>travelCountjoinWg</a:t>
            </a:r>
            <a:r>
              <a:rPr lang="en-US" altLang="zh-CN" sz="2600" dirty="0"/>
              <a:t> </a:t>
            </a:r>
            <a:r>
              <a:rPr lang="zh-CN" altLang="en-US" sz="2600" dirty="0"/>
              <a:t>方式生成的 </a:t>
            </a:r>
            <a:r>
              <a:rPr lang="en-US" altLang="zh-CN" sz="2600" dirty="0" err="1"/>
              <a:t>FreqStratifiedBBAA</a:t>
            </a:r>
            <a:r>
              <a:rPr lang="zh-CN" altLang="en-US" sz="2600" dirty="0"/>
              <a:t>文件最正确。</a:t>
            </a:r>
            <a:endParaRPr lang="en-US" altLang="zh-CN" sz="2600" dirty="0"/>
          </a:p>
          <a:p>
            <a:r>
              <a:rPr lang="en-US" altLang="zh-CN" sz="2600" dirty="0" err="1"/>
              <a:t>countJoinFile</a:t>
            </a:r>
            <a:r>
              <a:rPr lang="en-US" altLang="zh-CN" sz="2600" dirty="0"/>
              <a:t> </a:t>
            </a:r>
            <a:r>
              <a:rPr lang="zh-CN" altLang="en-US" sz="2600" dirty="0"/>
              <a:t>和</a:t>
            </a:r>
            <a:r>
              <a:rPr lang="en-US" altLang="zh-CN" sz="2600" dirty="0" err="1"/>
              <a:t>travelCountjoinWg</a:t>
            </a:r>
            <a:r>
              <a:rPr lang="zh-CN" altLang="en-US" sz="2600" dirty="0"/>
              <a:t>生成的</a:t>
            </a:r>
            <a:r>
              <a:rPr lang="en-US" altLang="zh-CN" sz="2600" dirty="0" err="1"/>
              <a:t>joinSNP</a:t>
            </a:r>
            <a:r>
              <a:rPr lang="zh-CN" altLang="en-US" sz="2600" dirty="0"/>
              <a:t>最终</a:t>
            </a:r>
            <a:r>
              <a:rPr lang="en-US" altLang="zh-CN" sz="2600" dirty="0"/>
              <a:t>merge</a:t>
            </a:r>
            <a:r>
              <a:rPr lang="zh-CN" altLang="en-US" sz="2600" dirty="0"/>
              <a:t>文件应该是等效的。</a:t>
            </a:r>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3940</TotalTime>
  <Words>2500</Words>
  <Application>Microsoft Office PowerPoint</Application>
  <PresentationFormat>全屏显示(4:3)</PresentationFormat>
  <Paragraphs>252</Paragraphs>
  <Slides>28</Slides>
  <Notes>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28</vt:i4>
      </vt:variant>
    </vt:vector>
  </HeadingPairs>
  <TitlesOfParts>
    <vt:vector size="34" baseType="lpstr">
      <vt:lpstr>等线</vt:lpstr>
      <vt:lpstr>宋体</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liu rui</cp:lastModifiedBy>
  <cp:revision>112</cp:revision>
  <dcterms:created xsi:type="dcterms:W3CDTF">2017-05-08T05:36:38Z</dcterms:created>
  <dcterms:modified xsi:type="dcterms:W3CDTF">2018-06-03T16:05:16Z</dcterms:modified>
</cp:coreProperties>
</file>